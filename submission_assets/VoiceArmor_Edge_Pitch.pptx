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8FAFC"/>
                </a:solidFill>
              </a:defRPr>
            </a:pPr>
            <a:r>
              <a:t>VoiceArmor-Edge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Real-Time AI Voice Scam Detection on Snapdragon-Powered HP PCs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F8FAFC"/>
                </a:solidFill>
              </a:rPr>
              <a:t>Participant: Bharath G Devadiga (ECE Department)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8FAFC"/>
                </a:solidFill>
              </a:rPr>
              <a:t>College Email: bharath.23ec014@sode-edu.in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8FAFC"/>
                </a:solidFill>
              </a:rPr>
              <a:t>Target Hardware: Snapdragon X HP OmniBook + Arduino UNO Q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F8FAFC"/>
                </a:solidFill>
              </a:rPr>
              <a:t>Competition: Snapdragon AI Lab Build &amp; Present Challenge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Problem: AI Voice Scams &amp; Impersonation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Scammers clone voices in seconds to trick people on live calls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Voice Cloning Scams: </a:t>
            </a:r>
            <a:r>
              <a:rPr b="0" sz="1600">
                <a:solidFill>
                  <a:srgbClr val="CBD5E1"/>
                </a:solidFill>
              </a:rPr>
              <a:t>Scammers use AI tools to clone voices of police officers, family members, or managers to steal money (such as recent Digital Arrest scams in India).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No Protection on PC: </a:t>
            </a:r>
            <a:r>
              <a:rPr b="0" sz="1600">
                <a:solidFill>
                  <a:srgbClr val="CBD5E1"/>
                </a:solidFill>
              </a:rPr>
              <a:t>Meeting apps like Microsoft Teams, Zoom, and WhatsApp cannot tell if an incoming voice is real or AI-generated.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Why Cloud Checks Fail: </a:t>
            </a:r>
            <a:r>
              <a:rPr b="0" sz="1600">
                <a:solidFill>
                  <a:srgbClr val="CBD5E1"/>
                </a:solidFill>
              </a:rPr>
              <a:t>Sending live call audio to a cloud server is too slow, needs constant internet, and leaks private conversations.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What We Need: </a:t>
            </a:r>
            <a:r>
              <a:rPr b="0" sz="1600">
                <a:solidFill>
                  <a:srgbClr val="CBD5E1"/>
                </a:solidFill>
              </a:rPr>
              <a:t>A fast, private tool running directly on the laptop that checks the audio locally and warns the user right away.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Use the Snapdragon Hexagon NPU?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Fast, private detection without slowing down your 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Instant Warnings: </a:t>
            </a:r>
            <a:r>
              <a:rPr b="0" sz="1600">
                <a:solidFill>
                  <a:srgbClr val="CBD5E1"/>
                </a:solidFill>
              </a:rPr>
              <a:t>The Hexagon NPU checks voice patterns in under 15ms, warning you while the call is still happening.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100% Private: </a:t>
            </a:r>
            <a:r>
              <a:rPr b="0" sz="1600">
                <a:solidFill>
                  <a:srgbClr val="CBD5E1"/>
                </a:solidFill>
              </a:rPr>
              <a:t>Audio stays on your laptop. Zero data goes to the internet, and it works completely in Airplane Mode.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Smooth Laptop Performance: </a:t>
            </a:r>
            <a:r>
              <a:rPr b="0" sz="1600">
                <a:solidFill>
                  <a:srgbClr val="CBD5E1"/>
                </a:solidFill>
              </a:rPr>
              <a:t>The NPU handles the AI math in the background, leaving the CPU and GPU free for your video call.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Saves Battery: </a:t>
            </a:r>
            <a:r>
              <a:rPr b="0" sz="1600">
                <a:solidFill>
                  <a:srgbClr val="CBD5E1"/>
                </a:solidFill>
              </a:rPr>
              <a:t>The NPU runs efficiently at low power, so you can keep protection turned on all day without draining the battery.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How It Works: Audio Processing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Turning incoming sound into voice frequency pictures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Listen in Small Chunks: </a:t>
            </a:r>
            <a:r>
              <a:rPr b="0" sz="1600">
                <a:solidFill>
                  <a:srgbClr val="CBD5E1"/>
                </a:solidFill>
              </a:rPr>
              <a:t>Takes 250ms slices of incoming call sound from your speakers or headset.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Generate Spectrograms: </a:t>
            </a:r>
            <a:r>
              <a:rPr b="0" sz="1600">
                <a:solidFill>
                  <a:srgbClr val="CBD5E1"/>
                </a:solidFill>
              </a:rPr>
              <a:t>Converts raw sound waves into frequency pictures (called Mel-Spectrograms) showing sound energy over time.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Finding Fake Voice Clues: </a:t>
            </a:r>
            <a:r>
              <a:rPr b="0" sz="1600">
                <a:solidFill>
                  <a:srgbClr val="CBD5E1"/>
                </a:solidFill>
              </a:rPr>
              <a:t>AI voice cloning tools leave subtle artifacts in high frequencies that natural human voices do not have.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Fast &amp; Lightweight: </a:t>
            </a:r>
            <a:r>
              <a:rPr b="0" sz="1600">
                <a:solidFill>
                  <a:srgbClr val="CBD5E1"/>
                </a:solidFill>
              </a:rPr>
              <a:t>Sound features are prepared quickly on the CPU and passed directly to the NPU.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AI Model &amp; Qualcomm AI Hub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Using lightweight, optimized models from Qualcomm's catalog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Proven Audio Model: </a:t>
            </a:r>
            <a:r>
              <a:rPr b="0" sz="1600">
                <a:solidFill>
                  <a:srgbClr val="CBD5E1"/>
                </a:solidFill>
              </a:rPr>
              <a:t>Built using compact audio classification models from the Qualcomm AI Hub library.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INT8 Quantization: </a:t>
            </a:r>
            <a:r>
              <a:rPr b="0" sz="1600">
                <a:solidFill>
                  <a:srgbClr val="CBD5E1"/>
                </a:solidFill>
              </a:rPr>
              <a:t>Converts model numbers to 8-bit integers so it runs fast on the Hexagon NPU and uses very little memory.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Qualcomm AI Hub Tools: </a:t>
            </a:r>
            <a:r>
              <a:rPr b="0" sz="1600">
                <a:solidFill>
                  <a:srgbClr val="CBD5E1"/>
                </a:solidFill>
              </a:rPr>
              <a:t>Compiled using Qualcomm's official tools specifically for Snapdragon X chips.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Direct NPU Format: </a:t>
            </a:r>
            <a:r>
              <a:rPr b="0" sz="1600">
                <a:solidFill>
                  <a:srgbClr val="CBD5E1"/>
                </a:solidFill>
              </a:rPr>
              <a:t>Exported as an ONNX model that runs directly on Qualcomm's hardware accelerator.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Software Setup on Windows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Clean, direct pipeline on Windows on Snapdragon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ONNX Runtime: </a:t>
            </a:r>
            <a:r>
              <a:rPr b="0" sz="1600">
                <a:solidFill>
                  <a:srgbClr val="CBD5E1"/>
                </a:solidFill>
              </a:rPr>
              <a:t>Runs using the official Qualcomm QNN execution plugin on Windows.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Hexagon Driver: </a:t>
            </a:r>
            <a:r>
              <a:rPr b="0" sz="1600">
                <a:solidFill>
                  <a:srgbClr val="CBD5E1"/>
                </a:solidFill>
              </a:rPr>
              <a:t>Connects directly to Qualcomm's QnnHtp.dll driver to use the NPU hardware.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Shared Memory: </a:t>
            </a:r>
            <a:r>
              <a:rPr b="0" sz="1600">
                <a:solidFill>
                  <a:srgbClr val="CBD5E1"/>
                </a:solidFill>
              </a:rPr>
              <a:t>Sound features move straight into NPU memory without unnecessary data copying.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Live Threat Score: </a:t>
            </a:r>
            <a:r>
              <a:rPr b="0" sz="1600">
                <a:solidFill>
                  <a:srgbClr val="CBD5E1"/>
                </a:solidFill>
              </a:rPr>
              <a:t>Updates the scam probability score every quarter of a second.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Adding the Arduino UNO Q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A physical warning light you cannot 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Connected by USB: </a:t>
            </a:r>
            <a:r>
              <a:rPr b="0" sz="1600">
                <a:solidFill>
                  <a:srgbClr val="CBD5E1"/>
                </a:solidFill>
              </a:rPr>
              <a:t>The Snapdragon PC sends an alert byte to the Arduino board if a fake voice is detected.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Red Warning Light: </a:t>
            </a:r>
            <a:r>
              <a:rPr b="0" sz="1600">
                <a:solidFill>
                  <a:srgbClr val="CBD5E1"/>
                </a:solidFill>
              </a:rPr>
              <a:t>An external red LED and warning buzzer turn on immediately to grab your attention.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Tamper-Proof Alert: </a:t>
            </a:r>
            <a:r>
              <a:rPr b="0" sz="1600">
                <a:solidFill>
                  <a:srgbClr val="CBD5E1"/>
                </a:solidFill>
              </a:rPr>
              <a:t>Even if a scammer full-screens a window or covers your display, the physical light stays visible.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Safe Mode: </a:t>
            </a:r>
            <a:r>
              <a:rPr b="0" sz="1600">
                <a:solidFill>
                  <a:srgbClr val="CBD5E1"/>
                </a:solidFill>
              </a:rPr>
              <a:t>Shows a steady green light when normal human speech is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Running on the HP OmniBook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Quiet, lightweight protection in the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System Tray App: </a:t>
            </a:r>
            <a:r>
              <a:rPr b="0" sz="1600">
                <a:solidFill>
                  <a:srgbClr val="CBD5E1"/>
                </a:solidFill>
              </a:rPr>
              <a:t>Sits quietly in the Windows taskbar just like an antivirus tool.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Very Low Memory: </a:t>
            </a:r>
            <a:r>
              <a:rPr b="0" sz="1600">
                <a:solidFill>
                  <a:srgbClr val="CBD5E1"/>
                </a:solidFill>
              </a:rPr>
              <a:t>Uses under 120 MB of RAM and less than 3% CPU power.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No Complex Setup: </a:t>
            </a:r>
            <a:r>
              <a:rPr b="0" sz="1600">
                <a:solidFill>
                  <a:srgbClr val="CBD5E1"/>
                </a:solidFill>
              </a:rPr>
              <a:t>Automatically listens to your default call audio without changing app settings.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Works Offline: </a:t>
            </a:r>
            <a:r>
              <a:rPr b="0" sz="1600">
                <a:solidFill>
                  <a:srgbClr val="CBD5E1"/>
                </a:solidFill>
              </a:rPr>
              <a:t>Tested and fully working with Wi-Fi and Bluetooth turned off (Airplane Mode).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Meeting Competition Goals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Built directly to address Qualcomm's evaluation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Technical Implementation: </a:t>
            </a:r>
            <a:r>
              <a:rPr b="0" sz="1600">
                <a:solidFill>
                  <a:srgbClr val="CBD5E1"/>
                </a:solidFill>
              </a:rPr>
              <a:t>Real audio signal processing, Qualcomm AI Hub model optimization, and Hexagon NPU offload.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Application &amp; Innovation: </a:t>
            </a:r>
            <a:r>
              <a:rPr b="0" sz="1600">
                <a:solidFill>
                  <a:srgbClr val="CBD5E1"/>
                </a:solidFill>
              </a:rPr>
              <a:t>Solves real-world AI voice scams in India while keeping user data private.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Deployment on Snapdragon: </a:t>
            </a:r>
            <a:r>
              <a:rPr b="0" sz="1600">
                <a:solidFill>
                  <a:srgbClr val="CBD5E1"/>
                </a:solidFill>
              </a:rPr>
              <a:t>Designed specifically for Windows on Snapdragon HP PCs with low power draw.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Clear Documentation: </a:t>
            </a:r>
            <a:r>
              <a:rPr b="0" sz="1600">
                <a:solidFill>
                  <a:srgbClr val="CBD5E1"/>
                </a:solidFill>
              </a:rPr>
              <a:t>Backed by full code, clean setup instructions, and working scripts on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02920"/>
            <a:ext cx="109728" cy="10515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11480"/>
            <a:ext cx="10424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Future Plans &amp; Summary</a:t>
            </a:r>
          </a:p>
          <a:p>
            <a:pPr>
              <a:defRPr sz="1500">
                <a:solidFill>
                  <a:srgbClr val="38BDF8"/>
                </a:solidFill>
              </a:defRPr>
            </a:pPr>
            <a:r>
              <a:t>Next steps to improve VoiceArmor-Edge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10058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Indian Languages: </a:t>
            </a:r>
            <a:r>
              <a:rPr b="0" sz="1600">
                <a:solidFill>
                  <a:srgbClr val="CBD5E1"/>
                </a:solidFill>
              </a:rPr>
              <a:t>Train on more regional Indian accents and dialects for even higher accuracy.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Smart Call Detection: </a:t>
            </a:r>
            <a:r>
              <a:rPr b="0" sz="1600">
                <a:solidFill>
                  <a:srgbClr val="CBD5E1"/>
                </a:solidFill>
              </a:rPr>
              <a:t>Automatically wake up only when a call starts to save even more power.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Browser Plugin: </a:t>
            </a:r>
            <a:r>
              <a:rPr b="0" sz="1600">
                <a:solidFill>
                  <a:srgbClr val="CBD5E1"/>
                </a:solidFill>
              </a:rPr>
              <a:t>Show quick warning banners inside web meeting apps like Google Meet.</a:t>
            </a:r>
          </a:p>
          <a:p>
            <a:pPr>
              <a:spcAft>
                <a:spcPts val="1600"/>
              </a:spcAft>
            </a:pPr>
            <a:r>
              <a:rPr b="1" sz="1700">
                <a:solidFill>
                  <a:srgbClr val="F8FAFC"/>
                </a:solidFill>
              </a:rPr>
              <a:t>•  Summary: </a:t>
            </a:r>
            <a:r>
              <a:rPr b="0" sz="1600">
                <a:solidFill>
                  <a:srgbClr val="CBD5E1"/>
                </a:solidFill>
              </a:rPr>
              <a:t>VoiceArmor-Edge shows how Snapdragon PCs can protect everyday people from AI scams locally and privately.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