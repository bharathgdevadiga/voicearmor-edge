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3400" b="1">
                <a:solidFill>
                  <a:srgbClr val="F8FAFC"/>
                </a:solidFill>
                <a:latin typeface="Segoe UI Semibold"/>
              </a:defRPr>
            </a:pPr>
            <a:r>
              <a:rPr dirty="0" err="1"/>
              <a:t>VoiceArmor</a:t>
            </a:r>
            <a:r>
              <a:rPr dirty="0"/>
              <a:t>-Edge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Real-Time AI Voice Scam Detection on Snapdragon-Powered HP PCs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76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</a:pPr>
            <a:r>
              <a:rPr sz="1700" b="1" dirty="0">
                <a:solidFill>
                  <a:srgbClr val="F8FAFC"/>
                </a:solidFill>
                <a:latin typeface="Segoe UI Semibold"/>
              </a:rPr>
              <a:t>Participant: Bharath G Devadiga (ECE Department)</a:t>
            </a:r>
          </a:p>
          <a:p>
            <a:pPr algn="just">
              <a:spcAft>
                <a:spcPts val="1400"/>
              </a:spcAft>
            </a:pPr>
            <a:r>
              <a:rPr sz="1700" b="1" dirty="0">
                <a:solidFill>
                  <a:srgbClr val="F8FAFC"/>
                </a:solidFill>
                <a:latin typeface="Segoe UI Semibold"/>
              </a:rPr>
              <a:t>College Email: bharath.23ec014@sode-edu.in</a:t>
            </a:r>
          </a:p>
          <a:p>
            <a:pPr algn="just">
              <a:spcAft>
                <a:spcPts val="1400"/>
              </a:spcAft>
            </a:pPr>
            <a:r>
              <a:rPr sz="1700" b="1" dirty="0">
                <a:solidFill>
                  <a:srgbClr val="F8FAFC"/>
                </a:solidFill>
                <a:latin typeface="Segoe UI Semibold"/>
              </a:rPr>
              <a:t>Target Hardware: Snapdragon X HP </a:t>
            </a:r>
            <a:r>
              <a:rPr sz="1700" b="1" dirty="0" err="1">
                <a:solidFill>
                  <a:srgbClr val="F8FAFC"/>
                </a:solidFill>
                <a:latin typeface="Segoe UI Semibold"/>
              </a:rPr>
              <a:t>OmniBook</a:t>
            </a:r>
            <a:r>
              <a:rPr sz="1700" b="1" dirty="0">
                <a:solidFill>
                  <a:srgbClr val="F8FAFC"/>
                </a:solidFill>
                <a:latin typeface="Segoe UI Semibold"/>
              </a:rPr>
              <a:t> + Arduino UNO Q</a:t>
            </a:r>
          </a:p>
          <a:p>
            <a:pPr algn="just">
              <a:spcAft>
                <a:spcPts val="1400"/>
              </a:spcAft>
            </a:pPr>
            <a:r>
              <a:rPr sz="1700" b="1" dirty="0">
                <a:solidFill>
                  <a:srgbClr val="F8FAFC"/>
                </a:solidFill>
                <a:latin typeface="Segoe UI Semibold"/>
              </a:rPr>
              <a:t>Competition: Snapdragon AI Lab Build &amp; Present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The Problem: AI Voice Scams &amp; Impersonation</a:t>
            </a:r>
          </a:p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Scammers clone voices in seconds to trick people on live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3721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Voice Cloning Scams: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Scammers use AI tools to clone voices of police officers, family members, or managers to steal money (such as recent Digital Arrest scams in India).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Protection on PC: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Meeting apps like Microsoft Teams, Zoom, and WhatsApp cannot tell if an incoming voice is real or AI-generated.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Cloud Checks Fail: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Sending live call audio to a cloud server is too slow, needs constant internet, and leaks private conversations.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We Need: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fast, private tool running directly on the laptop that checks the audio locally and warns the user right 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rPr dirty="0"/>
              <a:t>Why Use the Snapdragon Hexagon NPU?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Fast, private detection without slowing down your 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3721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Instant Warnings: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Hexagon NPU checks voice patterns in under 15ms, warning you while the call is still happening.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100% Private: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Audio stays on your laptop. Zero data goes to the internet, and it works completely in Airplane Mode.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Smooth Laptop Performance: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NPU handles the AI math in the background, leaving the CPU and GPU free for your video call.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Saves Battery: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NPU runs efficiently at low power, so you can keep protection turned on all day without draining the battery.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rPr dirty="0"/>
              <a:t>How It Works: Audio Processing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Turning incoming sound into voice frequency pictures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Listen in Small Chunks: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Takes 250ms slices of incoming call sound from your speakers or headset.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 Spectrograms: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Converts raw sound waves into frequency pictures (called Mel-Spectrograms) showing sound energy over time.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 Fake Voice Clues: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voice cloning tools leave subtle artifacts in high frequencies that natural human voices do not have.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Fast &amp; Lightweight: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Sound features are prepared quickly on the CPU and passed directly to the NPU.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rPr dirty="0"/>
              <a:t>The AI Model &amp; Qualcomm AI Hub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Using lightweight, optimized models from Qualcomm's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3721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Proven Audio Model: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Built using compact audio classification models from the Qualcomm AI Hub library.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INT8 Quantization: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Converts model numbers to 8-bit integers so it runs fast on the Hexagon NPU and uses very little memory.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Qualcomm AI Hub Tools: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Compiled using Qualcomm's official tools specifically for Snapdragon X chips.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Direct NPU Format: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Exported as an ONNX model that runs directly on Qualcomm's hardware accelerator.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rPr dirty="0"/>
              <a:t>Software Setup on Windows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Clean, direct pipeline on Windows on Snapdragon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ONNX Runtime: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Runs using the official Qualcomm QNN execution plugin on Windows.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Hexagon Driver: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Connects directly to Qualcomm's QnnHtp.dll driver to use the NPU hardware.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Shared Memory: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Sound features move straight into NPU memory without unnecessary data copying.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Live Threat Score: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Updates the scam probability score every quarter of a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rPr dirty="0"/>
              <a:t>Adding the Arduino UNO Q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A physical warning light you cannot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Connected by USB: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Snapdragon PC sends an alert byte to the Arduino board if a fake voice is detected.</a:t>
            </a:r>
          </a:p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 Warning Light: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 external red LED and warning buzzer turn on immediately to grab your attention.</a:t>
            </a:r>
          </a:p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Tamper-Proof Alert: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 if a scammer full-screens a window or covers your display, the physical light stays visible.</a:t>
            </a:r>
          </a:p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Mode: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Shows a steady green light when normal human speech is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Running on the HP OmniBook</a:t>
            </a:r>
          </a:p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Quiet, lightweight protection in the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2151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Tray App: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Sits quietly in the Windows taskbar just like an antivirus tool.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Very Low Memory: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Uses under 120 MB of RAM and less than 3% CPU power.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Complex Setup: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Automatically listens to your default call audio without changing app settings.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 Offline: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Tested and fully working with Wi-Fi and Bluetooth turned off (Airplane Mode).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rPr dirty="0"/>
              <a:t>Meeting Competition Goals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Built directly to address Qualcomm's evaluation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29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Technical Implementation: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 audio signal processing, Qualcomm AI Hub model optimization, and Hexagon NPU offload.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 &amp; Innovation: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Solves real-world AI voice scams in India while keeping user data private.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Deployment on Snapdragon: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Designed specifically for Windows on Snapdragon HP PCs with low power draw.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 Documentation: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Backed by full code, clean setup instructions, and working scripts on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rPr dirty="0"/>
              <a:t>Future Plans &amp; Summary</a:t>
            </a:r>
          </a:p>
          <a:p>
            <a:pPr algn="just"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/>
              <a:t>Next steps to improve </a:t>
            </a:r>
            <a:r>
              <a:rPr dirty="0" err="1"/>
              <a:t>VoiceArmor</a:t>
            </a:r>
            <a:r>
              <a:rPr dirty="0"/>
              <a:t>-Edge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Indian Languages: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 on more regional Indian accents and dialects for even higher accuracy.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Smart Call Detection: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Automatically wake up only when a call starts to save even more power.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Browser Plugin: 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Show quick warning banners inside web meeting apps like Google Meet.</a:t>
            </a:r>
          </a:p>
          <a:p>
            <a:pPr marL="285750" indent="-285750" algn="just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sz="1700" b="1" dirty="0">
                <a:solidFill>
                  <a:srgbClr val="F8FAF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Summary: </a:t>
            </a:r>
            <a:r>
              <a:rPr sz="1700" b="0" dirty="0" err="1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VoiceArmor</a:t>
            </a:r>
            <a:r>
              <a:rPr sz="1700" b="0" dirty="0">
                <a:solidFill>
                  <a:srgbClr val="E2E8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-Edge shows how Snapdragon PCs can protect everyday people from AI scams locally and privately.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872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Bharath G Devadiga</dc:creator>
  <cp:keywords/>
  <dc:description>generated using python-pptx</dc:description>
  <cp:lastModifiedBy>Bharath G Devadiga</cp:lastModifiedBy>
  <cp:revision>2</cp:revision>
  <dcterms:created xsi:type="dcterms:W3CDTF">2013-01-27T09:14:16Z</dcterms:created>
  <dcterms:modified xsi:type="dcterms:W3CDTF">2026-09-20T03:06:24Z</dcterms:modified>
  <cp:category/>
</cp:coreProperties>
</file>